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webextensions/webextension1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2" r:id="rId5"/>
    <p:sldId id="321" r:id="rId6"/>
    <p:sldId id="320" r:id="rId7"/>
    <p:sldId id="319" r:id="rId8"/>
    <p:sldId id="318" r:id="rId9"/>
    <p:sldId id="323" r:id="rId10"/>
    <p:sldId id="324" r:id="rId11"/>
    <p:sldId id="325" r:id="rId12"/>
    <p:sldId id="328" r:id="rId13"/>
    <p:sldId id="327" r:id="rId14"/>
    <p:sldId id="329" r:id="rId15"/>
    <p:sldId id="3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73271E-1960-408B-98AF-A42652A5637E}" v="65" dt="2025-10-30T19:36:40.353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892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 ram vangavolu" userId="3cf329daad981773" providerId="LiveId" clId="{7903D05A-6D12-42CC-8B49-AA4EBB08CC93}"/>
    <pc:docChg chg="custSel addSld delSld modSld sldOrd">
      <pc:chgData name="siva ram vangavolu" userId="3cf329daad981773" providerId="LiveId" clId="{7903D05A-6D12-42CC-8B49-AA4EBB08CC93}" dt="2025-10-30T18:16:38.280" v="310" actId="478"/>
      <pc:docMkLst>
        <pc:docMk/>
      </pc:docMkLst>
      <pc:sldChg chg="addSp delSp modSp mod">
        <pc:chgData name="siva ram vangavolu" userId="3cf329daad981773" providerId="LiveId" clId="{7903D05A-6D12-42CC-8B49-AA4EBB08CC93}" dt="2025-10-30T16:33:52.974" v="271" actId="20577"/>
        <pc:sldMkLst>
          <pc:docMk/>
          <pc:sldMk cId="704370842" sldId="310"/>
        </pc:sldMkLst>
        <pc:spChg chg="del">
          <ac:chgData name="siva ram vangavolu" userId="3cf329daad981773" providerId="LiveId" clId="{7903D05A-6D12-42CC-8B49-AA4EBB08CC93}" dt="2025-10-30T16:32:55.689" v="222" actId="478"/>
          <ac:spMkLst>
            <pc:docMk/>
            <pc:sldMk cId="704370842" sldId="310"/>
            <ac:spMk id="2" creationId="{70ECFE66-A9E7-A365-967B-2FD670CB3923}"/>
          </ac:spMkLst>
        </pc:spChg>
        <pc:spChg chg="mod">
          <ac:chgData name="siva ram vangavolu" userId="3cf329daad981773" providerId="LiveId" clId="{7903D05A-6D12-42CC-8B49-AA4EBB08CC93}" dt="2025-10-30T16:33:52.974" v="271" actId="20577"/>
          <ac:spMkLst>
            <pc:docMk/>
            <pc:sldMk cId="704370842" sldId="310"/>
            <ac:spMk id="3" creationId="{F101732C-7338-DBA0-BD19-1FA88304749F}"/>
          </ac:spMkLst>
        </pc:spChg>
        <pc:spChg chg="add del mod">
          <ac:chgData name="siva ram vangavolu" userId="3cf329daad981773" providerId="LiveId" clId="{7903D05A-6D12-42CC-8B49-AA4EBB08CC93}" dt="2025-10-30T16:32:57.939" v="223" actId="478"/>
          <ac:spMkLst>
            <pc:docMk/>
            <pc:sldMk cId="704370842" sldId="310"/>
            <ac:spMk id="5" creationId="{541A795E-31CB-6D4D-1CA0-EC577DE9E5B1}"/>
          </ac:spMkLst>
        </pc:spChg>
      </pc:sldChg>
      <pc:sldChg chg="del">
        <pc:chgData name="siva ram vangavolu" userId="3cf329daad981773" providerId="LiveId" clId="{7903D05A-6D12-42CC-8B49-AA4EBB08CC93}" dt="2025-10-30T16:32:51.453" v="221" actId="47"/>
        <pc:sldMkLst>
          <pc:docMk/>
          <pc:sldMk cId="1669023770" sldId="311"/>
        </pc:sldMkLst>
      </pc:sldChg>
      <pc:sldChg chg="del">
        <pc:chgData name="siva ram vangavolu" userId="3cf329daad981773" providerId="LiveId" clId="{7903D05A-6D12-42CC-8B49-AA4EBB08CC93}" dt="2025-10-30T16:32:50.611" v="220" actId="47"/>
        <pc:sldMkLst>
          <pc:docMk/>
          <pc:sldMk cId="952135350" sldId="312"/>
        </pc:sldMkLst>
      </pc:sldChg>
      <pc:sldChg chg="del">
        <pc:chgData name="siva ram vangavolu" userId="3cf329daad981773" providerId="LiveId" clId="{7903D05A-6D12-42CC-8B49-AA4EBB08CC93}" dt="2025-10-30T16:32:49.955" v="219" actId="47"/>
        <pc:sldMkLst>
          <pc:docMk/>
          <pc:sldMk cId="2224546682" sldId="313"/>
        </pc:sldMkLst>
      </pc:sldChg>
      <pc:sldChg chg="del">
        <pc:chgData name="siva ram vangavolu" userId="3cf329daad981773" providerId="LiveId" clId="{7903D05A-6D12-42CC-8B49-AA4EBB08CC93}" dt="2025-10-30T16:32:49.692" v="218" actId="47"/>
        <pc:sldMkLst>
          <pc:docMk/>
          <pc:sldMk cId="82250651" sldId="314"/>
        </pc:sldMkLst>
      </pc:sldChg>
      <pc:sldChg chg="del">
        <pc:chgData name="siva ram vangavolu" userId="3cf329daad981773" providerId="LiveId" clId="{7903D05A-6D12-42CC-8B49-AA4EBB08CC93}" dt="2025-10-30T16:32:49.365" v="217" actId="47"/>
        <pc:sldMkLst>
          <pc:docMk/>
          <pc:sldMk cId="2302010161" sldId="315"/>
        </pc:sldMkLst>
      </pc:sldChg>
      <pc:sldChg chg="modSp del mod ord">
        <pc:chgData name="siva ram vangavolu" userId="3cf329daad981773" providerId="LiveId" clId="{7903D05A-6D12-42CC-8B49-AA4EBB08CC93}" dt="2025-10-30T16:32:48.658" v="215" actId="47"/>
        <pc:sldMkLst>
          <pc:docMk/>
          <pc:sldMk cId="554382460" sldId="316"/>
        </pc:sldMkLst>
        <pc:spChg chg="mod">
          <ac:chgData name="siva ram vangavolu" userId="3cf329daad981773" providerId="LiveId" clId="{7903D05A-6D12-42CC-8B49-AA4EBB08CC93}" dt="2025-10-30T15:38:50.446" v="63" actId="27636"/>
          <ac:spMkLst>
            <pc:docMk/>
            <pc:sldMk cId="554382460" sldId="316"/>
            <ac:spMk id="2" creationId="{C7992593-AF79-3D1E-E253-0765DF0F513F}"/>
          </ac:spMkLst>
        </pc:spChg>
        <pc:spChg chg="mod">
          <ac:chgData name="siva ram vangavolu" userId="3cf329daad981773" providerId="LiveId" clId="{7903D05A-6D12-42CC-8B49-AA4EBB08CC93}" dt="2025-10-30T15:38:46.065" v="60" actId="1076"/>
          <ac:spMkLst>
            <pc:docMk/>
            <pc:sldMk cId="554382460" sldId="316"/>
            <ac:spMk id="4" creationId="{392C90C5-5198-C255-02F9-1608AA49E088}"/>
          </ac:spMkLst>
        </pc:spChg>
      </pc:sldChg>
      <pc:sldChg chg="del">
        <pc:chgData name="siva ram vangavolu" userId="3cf329daad981773" providerId="LiveId" clId="{7903D05A-6D12-42CC-8B49-AA4EBB08CC93}" dt="2025-10-30T15:34:55.705" v="55" actId="47"/>
        <pc:sldMkLst>
          <pc:docMk/>
          <pc:sldMk cId="4011334062" sldId="317"/>
        </pc:sldMkLst>
      </pc:sldChg>
      <pc:sldChg chg="modSp mod">
        <pc:chgData name="siva ram vangavolu" userId="3cf329daad981773" providerId="LiveId" clId="{7903D05A-6D12-42CC-8B49-AA4EBB08CC93}" dt="2025-10-30T15:05:46.891" v="23" actId="27636"/>
        <pc:sldMkLst>
          <pc:docMk/>
          <pc:sldMk cId="2906152353" sldId="318"/>
        </pc:sldMkLst>
        <pc:spChg chg="mod">
          <ac:chgData name="siva ram vangavolu" userId="3cf329daad981773" providerId="LiveId" clId="{7903D05A-6D12-42CC-8B49-AA4EBB08CC93}" dt="2025-10-30T15:04:56.636" v="14" actId="113"/>
          <ac:spMkLst>
            <pc:docMk/>
            <pc:sldMk cId="2906152353" sldId="318"/>
            <ac:spMk id="2" creationId="{CFDEBC60-AA38-5DEF-3160-0CAA68F3D28C}"/>
          </ac:spMkLst>
        </pc:spChg>
        <pc:spChg chg="mod">
          <ac:chgData name="siva ram vangavolu" userId="3cf329daad981773" providerId="LiveId" clId="{7903D05A-6D12-42CC-8B49-AA4EBB08CC93}" dt="2025-10-30T15:05:46.891" v="23" actId="27636"/>
          <ac:spMkLst>
            <pc:docMk/>
            <pc:sldMk cId="2906152353" sldId="318"/>
            <ac:spMk id="3" creationId="{1EBEE570-1B5E-FFD1-485D-D77E4E6FE7C0}"/>
          </ac:spMkLst>
        </pc:spChg>
      </pc:sldChg>
      <pc:sldChg chg="delSp modSp mod">
        <pc:chgData name="siva ram vangavolu" userId="3cf329daad981773" providerId="LiveId" clId="{7903D05A-6D12-42CC-8B49-AA4EBB08CC93}" dt="2025-10-30T15:04:40.145" v="11" actId="1076"/>
        <pc:sldMkLst>
          <pc:docMk/>
          <pc:sldMk cId="3421680658" sldId="319"/>
        </pc:sldMkLst>
        <pc:spChg chg="mod">
          <ac:chgData name="siva ram vangavolu" userId="3cf329daad981773" providerId="LiveId" clId="{7903D05A-6D12-42CC-8B49-AA4EBB08CC93}" dt="2025-10-30T15:03:16.297" v="1" actId="1076"/>
          <ac:spMkLst>
            <pc:docMk/>
            <pc:sldMk cId="3421680658" sldId="319"/>
            <ac:spMk id="7" creationId="{4C0FEFBF-60FD-0161-6F6E-89EE39389CEE}"/>
          </ac:spMkLst>
        </pc:spChg>
        <pc:spChg chg="mod">
          <ac:chgData name="siva ram vangavolu" userId="3cf329daad981773" providerId="LiveId" clId="{7903D05A-6D12-42CC-8B49-AA4EBB08CC93}" dt="2025-10-30T15:04:40.145" v="11" actId="1076"/>
          <ac:spMkLst>
            <pc:docMk/>
            <pc:sldMk cId="3421680658" sldId="319"/>
            <ac:spMk id="10" creationId="{52724AF9-2D13-F2C6-BF0C-CC7F3F6775EA}"/>
          </ac:spMkLst>
        </pc:spChg>
        <pc:picChg chg="del">
          <ac:chgData name="siva ram vangavolu" userId="3cf329daad981773" providerId="LiveId" clId="{7903D05A-6D12-42CC-8B49-AA4EBB08CC93}" dt="2025-10-30T14:38:33.409" v="0" actId="478"/>
          <ac:picMkLst>
            <pc:docMk/>
            <pc:sldMk cId="3421680658" sldId="319"/>
            <ac:picMk id="6" creationId="{1B294649-36AF-914F-0EC1-844128985C3B}"/>
          </ac:picMkLst>
        </pc:picChg>
      </pc:sldChg>
      <pc:sldChg chg="addSp delSp modSp">
        <pc:chgData name="siva ram vangavolu" userId="3cf329daad981773" providerId="LiveId" clId="{7903D05A-6D12-42CC-8B49-AA4EBB08CC93}" dt="2025-10-30T18:16:38.280" v="310" actId="478"/>
        <pc:sldMkLst>
          <pc:docMk/>
          <pc:sldMk cId="3378822495" sldId="322"/>
        </pc:sldMkLst>
        <pc:picChg chg="add del mod">
          <ac:chgData name="siva ram vangavolu" userId="3cf329daad981773" providerId="LiveId" clId="{7903D05A-6D12-42CC-8B49-AA4EBB08CC93}" dt="2025-10-30T18:16:38.280" v="310" actId="478"/>
          <ac:picMkLst>
            <pc:docMk/>
            <pc:sldMk cId="3378822495" sldId="322"/>
            <ac:picMk id="3" creationId="{8F777992-EBEE-AB0D-AFE2-E73072388E46}"/>
          </ac:picMkLst>
        </pc:picChg>
      </pc:sldChg>
      <pc:sldChg chg="addSp modSp add mod">
        <pc:chgData name="siva ram vangavolu" userId="3cf329daad981773" providerId="LiveId" clId="{7903D05A-6D12-42CC-8B49-AA4EBB08CC93}" dt="2025-10-30T16:56:41.835" v="307" actId="2710"/>
        <pc:sldMkLst>
          <pc:docMk/>
          <pc:sldMk cId="851748831" sldId="323"/>
        </pc:sldMkLst>
        <pc:spChg chg="mod">
          <ac:chgData name="siva ram vangavolu" userId="3cf329daad981773" providerId="LiveId" clId="{7903D05A-6D12-42CC-8B49-AA4EBB08CC93}" dt="2025-10-30T16:55:07.540" v="289" actId="1076"/>
          <ac:spMkLst>
            <pc:docMk/>
            <pc:sldMk cId="851748831" sldId="323"/>
            <ac:spMk id="2" creationId="{74699FF8-1F7F-1B72-4829-856FDF31A621}"/>
          </ac:spMkLst>
        </pc:spChg>
        <pc:spChg chg="mod">
          <ac:chgData name="siva ram vangavolu" userId="3cf329daad981773" providerId="LiveId" clId="{7903D05A-6D12-42CC-8B49-AA4EBB08CC93}" dt="2025-10-30T16:56:18.634" v="303" actId="14100"/>
          <ac:spMkLst>
            <pc:docMk/>
            <pc:sldMk cId="851748831" sldId="323"/>
            <ac:spMk id="3" creationId="{E5392E63-ECEE-704E-B309-01454DD7D01B}"/>
          </ac:spMkLst>
        </pc:spChg>
        <pc:spChg chg="add">
          <ac:chgData name="siva ram vangavolu" userId="3cf329daad981773" providerId="LiveId" clId="{7903D05A-6D12-42CC-8B49-AA4EBB08CC93}" dt="2025-10-30T16:55:01.850" v="287"/>
          <ac:spMkLst>
            <pc:docMk/>
            <pc:sldMk cId="851748831" sldId="323"/>
            <ac:spMk id="5" creationId="{590FB243-662C-F673-DF41-A9B5EF0645B7}"/>
          </ac:spMkLst>
        </pc:spChg>
        <pc:spChg chg="add mod">
          <ac:chgData name="siva ram vangavolu" userId="3cf329daad981773" providerId="LiveId" clId="{7903D05A-6D12-42CC-8B49-AA4EBB08CC93}" dt="2025-10-30T16:56:41.835" v="307" actId="2710"/>
          <ac:spMkLst>
            <pc:docMk/>
            <pc:sldMk cId="851748831" sldId="323"/>
            <ac:spMk id="6" creationId="{D7313B03-9927-6226-D4ED-7E351C163836}"/>
          </ac:spMkLst>
        </pc:spChg>
      </pc:sldChg>
      <pc:sldChg chg="addSp delSp modSp new mod">
        <pc:chgData name="siva ram vangavolu" userId="3cf329daad981773" providerId="LiveId" clId="{7903D05A-6D12-42CC-8B49-AA4EBB08CC93}" dt="2025-10-30T16:48:10.316" v="284" actId="1076"/>
        <pc:sldMkLst>
          <pc:docMk/>
          <pc:sldMk cId="2411770563" sldId="324"/>
        </pc:sldMkLst>
        <pc:spChg chg="mod">
          <ac:chgData name="siva ram vangavolu" userId="3cf329daad981773" providerId="LiveId" clId="{7903D05A-6D12-42CC-8B49-AA4EBB08CC93}" dt="2025-10-30T15:34:15.312" v="43" actId="20577"/>
          <ac:spMkLst>
            <pc:docMk/>
            <pc:sldMk cId="2411770563" sldId="324"/>
            <ac:spMk id="2" creationId="{D27E3FE6-D343-19A7-599F-0F24092C878E}"/>
          </ac:spMkLst>
        </pc:spChg>
        <pc:spChg chg="del">
          <ac:chgData name="siva ram vangavolu" userId="3cf329daad981773" providerId="LiveId" clId="{7903D05A-6D12-42CC-8B49-AA4EBB08CC93}" dt="2025-10-30T15:09:21.749" v="30"/>
          <ac:spMkLst>
            <pc:docMk/>
            <pc:sldMk cId="2411770563" sldId="324"/>
            <ac:spMk id="3" creationId="{0D298389-99E7-889C-F569-566FB5EDC4F7}"/>
          </ac:spMkLst>
        </pc:spChg>
        <pc:spChg chg="add mod">
          <ac:chgData name="siva ram vangavolu" userId="3cf329daad981773" providerId="LiveId" clId="{7903D05A-6D12-42CC-8B49-AA4EBB08CC93}" dt="2025-10-30T16:46:16.906" v="274"/>
          <ac:spMkLst>
            <pc:docMk/>
            <pc:sldMk cId="2411770563" sldId="324"/>
            <ac:spMk id="8" creationId="{5D78FC9E-6E07-5ACD-DDC4-679400B43685}"/>
          </ac:spMkLst>
        </pc:spChg>
        <pc:spChg chg="add mod">
          <ac:chgData name="siva ram vangavolu" userId="3cf329daad981773" providerId="LiveId" clId="{7903D05A-6D12-42CC-8B49-AA4EBB08CC93}" dt="2025-10-30T16:46:16.906" v="274"/>
          <ac:spMkLst>
            <pc:docMk/>
            <pc:sldMk cId="2411770563" sldId="324"/>
            <ac:spMk id="9" creationId="{947DF83E-553D-FC9C-0FE8-EB3F9826573C}"/>
          </ac:spMkLst>
        </pc:spChg>
        <pc:spChg chg="add mod">
          <ac:chgData name="siva ram vangavolu" userId="3cf329daad981773" providerId="LiveId" clId="{7903D05A-6D12-42CC-8B49-AA4EBB08CC93}" dt="2025-10-30T16:46:16.906" v="274"/>
          <ac:spMkLst>
            <pc:docMk/>
            <pc:sldMk cId="2411770563" sldId="324"/>
            <ac:spMk id="10" creationId="{1F634DC2-EAB5-B4B7-A4B4-C379CC872201}"/>
          </ac:spMkLst>
        </pc:spChg>
        <pc:spChg chg="add del mod">
          <ac:chgData name="siva ram vangavolu" userId="3cf329daad981773" providerId="LiveId" clId="{7903D05A-6D12-42CC-8B49-AA4EBB08CC93}" dt="2025-10-30T16:46:57.667" v="276"/>
          <ac:spMkLst>
            <pc:docMk/>
            <pc:sldMk cId="2411770563" sldId="324"/>
            <ac:spMk id="12" creationId="{7F06E781-113D-38B6-FF43-EA833B94DEAD}"/>
          </ac:spMkLst>
        </pc:spChg>
        <pc:graphicFrameChg chg="add del mod">
          <ac:chgData name="siva ram vangavolu" userId="3cf329daad981773" providerId="LiveId" clId="{7903D05A-6D12-42CC-8B49-AA4EBB08CC93}" dt="2025-10-30T16:46:24.550" v="275" actId="21"/>
          <ac:graphicFrameMkLst>
            <pc:docMk/>
            <pc:sldMk cId="2411770563" sldId="324"/>
            <ac:graphicFrameMk id="5" creationId="{18C2D898-A2DF-E86B-009D-13453AF97C9B}"/>
          </ac:graphicFrameMkLst>
        </pc:graphicFrameChg>
        <pc:graphicFrameChg chg="add del mod">
          <ac:chgData name="siva ram vangavolu" userId="3cf329daad981773" providerId="LiveId" clId="{7903D05A-6D12-42CC-8B49-AA4EBB08CC93}" dt="2025-10-30T15:33:57.947" v="38" actId="478"/>
          <ac:graphicFrameMkLst>
            <pc:docMk/>
            <pc:sldMk cId="2411770563" sldId="324"/>
            <ac:graphicFrameMk id="6" creationId="{24B43A13-7EE8-A0BF-232E-353A809C8821}"/>
          </ac:graphicFrameMkLst>
        </pc:graphicFrameChg>
        <pc:graphicFrameChg chg="add del">
          <ac:chgData name="siva ram vangavolu" userId="3cf329daad981773" providerId="LiveId" clId="{7903D05A-6D12-42CC-8B49-AA4EBB08CC93}" dt="2025-10-30T15:11:07.375" v="33" actId="478"/>
          <ac:graphicFrameMkLst>
            <pc:docMk/>
            <pc:sldMk cId="2411770563" sldId="324"/>
            <ac:graphicFrameMk id="7" creationId="{32612DD9-9444-8146-88D3-A29FE174563C}"/>
          </ac:graphicFrameMkLst>
        </pc:graphicFrameChg>
        <pc:graphicFrameChg chg="add mod">
          <ac:chgData name="siva ram vangavolu" userId="3cf329daad981773" providerId="LiveId" clId="{7903D05A-6D12-42CC-8B49-AA4EBB08CC93}" dt="2025-10-30T16:48:10.316" v="284" actId="1076"/>
          <ac:graphicFrameMkLst>
            <pc:docMk/>
            <pc:sldMk cId="2411770563" sldId="324"/>
            <ac:graphicFrameMk id="13" creationId="{6D40954D-66F2-3C30-FEE0-79E64E51CC6C}"/>
          </ac:graphicFrameMkLst>
        </pc:graphicFrameChg>
      </pc:sldChg>
      <pc:sldChg chg="addSp delSp modSp new mod ord">
        <pc:chgData name="siva ram vangavolu" userId="3cf329daad981773" providerId="LiveId" clId="{7903D05A-6D12-42CC-8B49-AA4EBB08CC93}" dt="2025-10-30T15:45:59.803" v="148" actId="113"/>
        <pc:sldMkLst>
          <pc:docMk/>
          <pc:sldMk cId="4130952676" sldId="325"/>
        </pc:sldMkLst>
        <pc:spChg chg="mod">
          <ac:chgData name="siva ram vangavolu" userId="3cf329daad981773" providerId="LiveId" clId="{7903D05A-6D12-42CC-8B49-AA4EBB08CC93}" dt="2025-10-30T15:40:36.617" v="78" actId="1076"/>
          <ac:spMkLst>
            <pc:docMk/>
            <pc:sldMk cId="4130952676" sldId="325"/>
            <ac:spMk id="2" creationId="{77E43C4E-D950-FC8B-6A67-B8CA83A2388E}"/>
          </ac:spMkLst>
        </pc:spChg>
        <pc:spChg chg="del">
          <ac:chgData name="siva ram vangavolu" userId="3cf329daad981773" providerId="LiveId" clId="{7903D05A-6D12-42CC-8B49-AA4EBB08CC93}" dt="2025-10-30T15:40:04.947" v="67" actId="3680"/>
          <ac:spMkLst>
            <pc:docMk/>
            <pc:sldMk cId="4130952676" sldId="325"/>
            <ac:spMk id="3" creationId="{47E2BCFC-4113-268C-488E-C3EE59C3BCA9}"/>
          </ac:spMkLst>
        </pc:spChg>
        <pc:graphicFrameChg chg="add mod ord modGraphic">
          <ac:chgData name="siva ram vangavolu" userId="3cf329daad981773" providerId="LiveId" clId="{7903D05A-6D12-42CC-8B49-AA4EBB08CC93}" dt="2025-10-30T15:45:59.803" v="148" actId="113"/>
          <ac:graphicFrameMkLst>
            <pc:docMk/>
            <pc:sldMk cId="4130952676" sldId="325"/>
            <ac:graphicFrameMk id="5" creationId="{7B991726-B439-E12E-4347-9EFDDA5B0330}"/>
          </ac:graphicFrameMkLst>
        </pc:graphicFrameChg>
      </pc:sldChg>
      <pc:sldChg chg="new del">
        <pc:chgData name="siva ram vangavolu" userId="3cf329daad981773" providerId="LiveId" clId="{7903D05A-6D12-42CC-8B49-AA4EBB08CC93}" dt="2025-10-30T15:34:54.177" v="54" actId="47"/>
        <pc:sldMkLst>
          <pc:docMk/>
          <pc:sldMk cId="977519207" sldId="326"/>
        </pc:sldMkLst>
      </pc:sldChg>
      <pc:sldChg chg="new del">
        <pc:chgData name="siva ram vangavolu" userId="3cf329daad981773" providerId="LiveId" clId="{7903D05A-6D12-42CC-8B49-AA4EBB08CC93}" dt="2025-10-30T16:32:48.910" v="216" actId="47"/>
        <pc:sldMkLst>
          <pc:docMk/>
          <pc:sldMk cId="1066983284" sldId="326"/>
        </pc:sldMkLst>
      </pc:sldChg>
      <pc:sldChg chg="modSp new mod">
        <pc:chgData name="siva ram vangavolu" userId="3cf329daad981773" providerId="LiveId" clId="{7903D05A-6D12-42CC-8B49-AA4EBB08CC93}" dt="2025-10-30T16:25:49.064" v="194" actId="20577"/>
        <pc:sldMkLst>
          <pc:docMk/>
          <pc:sldMk cId="3820064780" sldId="327"/>
        </pc:sldMkLst>
        <pc:spChg chg="mod">
          <ac:chgData name="siva ram vangavolu" userId="3cf329daad981773" providerId="LiveId" clId="{7903D05A-6D12-42CC-8B49-AA4EBB08CC93}" dt="2025-10-30T16:25:49.064" v="194" actId="20577"/>
          <ac:spMkLst>
            <pc:docMk/>
            <pc:sldMk cId="3820064780" sldId="327"/>
            <ac:spMk id="2" creationId="{EE82CA96-71C9-78F4-C534-4C17F18AE374}"/>
          </ac:spMkLst>
        </pc:spChg>
        <pc:spChg chg="mod">
          <ac:chgData name="siva ram vangavolu" userId="3cf329daad981773" providerId="LiveId" clId="{7903D05A-6D12-42CC-8B49-AA4EBB08CC93}" dt="2025-10-30T16:25:40.978" v="181"/>
          <ac:spMkLst>
            <pc:docMk/>
            <pc:sldMk cId="3820064780" sldId="327"/>
            <ac:spMk id="3" creationId="{4CDC697E-8283-064E-91C4-D4763DFDB9F6}"/>
          </ac:spMkLst>
        </pc:spChg>
      </pc:sldChg>
      <pc:sldChg chg="modSp add mod">
        <pc:chgData name="siva ram vangavolu" userId="3cf329daad981773" providerId="LiveId" clId="{7903D05A-6D12-42CC-8B49-AA4EBB08CC93}" dt="2025-10-30T16:20:30.649" v="179" actId="20577"/>
        <pc:sldMkLst>
          <pc:docMk/>
          <pc:sldMk cId="1774353153" sldId="328"/>
        </pc:sldMkLst>
        <pc:spChg chg="mod">
          <ac:chgData name="siva ram vangavolu" userId="3cf329daad981773" providerId="LiveId" clId="{7903D05A-6D12-42CC-8B49-AA4EBB08CC93}" dt="2025-10-30T15:55:48.674" v="151"/>
          <ac:spMkLst>
            <pc:docMk/>
            <pc:sldMk cId="1774353153" sldId="328"/>
            <ac:spMk id="2" creationId="{A8609193-24CB-D3F4-CF6A-107ECD875F1B}"/>
          </ac:spMkLst>
        </pc:spChg>
        <pc:graphicFrameChg chg="mod modGraphic">
          <ac:chgData name="siva ram vangavolu" userId="3cf329daad981773" providerId="LiveId" clId="{7903D05A-6D12-42CC-8B49-AA4EBB08CC93}" dt="2025-10-30T16:20:30.649" v="179" actId="20577"/>
          <ac:graphicFrameMkLst>
            <pc:docMk/>
            <pc:sldMk cId="1774353153" sldId="328"/>
            <ac:graphicFrameMk id="5" creationId="{E53267C8-9AE5-C9DC-BEBA-D7C4D0C93822}"/>
          </ac:graphicFrameMkLst>
        </pc:graphicFrameChg>
      </pc:sldChg>
      <pc:sldChg chg="modSp new mod">
        <pc:chgData name="siva ram vangavolu" userId="3cf329daad981773" providerId="LiveId" clId="{7903D05A-6D12-42CC-8B49-AA4EBB08CC93}" dt="2025-10-30T16:32:43.603" v="214" actId="5793"/>
        <pc:sldMkLst>
          <pc:docMk/>
          <pc:sldMk cId="2214612840" sldId="329"/>
        </pc:sldMkLst>
        <pc:spChg chg="mod">
          <ac:chgData name="siva ram vangavolu" userId="3cf329daad981773" providerId="LiveId" clId="{7903D05A-6D12-42CC-8B49-AA4EBB08CC93}" dt="2025-10-30T16:29:25.610" v="196"/>
          <ac:spMkLst>
            <pc:docMk/>
            <pc:sldMk cId="2214612840" sldId="329"/>
            <ac:spMk id="2" creationId="{50BBED54-80DF-0BC6-E43A-87F79CD51945}"/>
          </ac:spMkLst>
        </pc:spChg>
        <pc:spChg chg="mod">
          <ac:chgData name="siva ram vangavolu" userId="3cf329daad981773" providerId="LiveId" clId="{7903D05A-6D12-42CC-8B49-AA4EBB08CC93}" dt="2025-10-30T16:32:43.603" v="214" actId="5793"/>
          <ac:spMkLst>
            <pc:docMk/>
            <pc:sldMk cId="2214612840" sldId="329"/>
            <ac:spMk id="3" creationId="{69E8A11B-42F4-183C-560D-D8559EF52EC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hyperlink" Target="https://go.microsoft.com/fwlink/?linkid=852575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688703"/>
            <a:ext cx="9683495" cy="1764792"/>
          </a:xfrm>
        </p:spPr>
        <p:txBody>
          <a:bodyPr>
            <a:normAutofit/>
          </a:bodyPr>
          <a:lstStyle/>
          <a:p>
            <a:r>
              <a:rPr lang="en-US" sz="4800" dirty="0"/>
              <a:t>Measuring and Addressing Food Insecurity in the Capital Region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C6870-51FE-6903-C0FD-57DDAAAD250C}"/>
              </a:ext>
            </a:extLst>
          </p:cNvPr>
          <p:cNvSpPr txBox="1"/>
          <p:nvPr/>
        </p:nvSpPr>
        <p:spPr>
          <a:xfrm>
            <a:off x="1035558" y="245349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Data-Driven Findings from 2015 Hunger Estimates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E0969-3398-D6A9-0868-7AE191FF6332}"/>
              </a:ext>
            </a:extLst>
          </p:cNvPr>
          <p:cNvSpPr txBox="1"/>
          <p:nvPr/>
        </p:nvSpPr>
        <p:spPr>
          <a:xfrm>
            <a:off x="1163574" y="3810815"/>
            <a:ext cx="4039362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Sivaram Vangavolu 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in Business Analytics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New haven</a:t>
            </a:r>
          </a:p>
        </p:txBody>
      </p:sp>
      <p:pic>
        <p:nvPicPr>
          <p:cNvPr id="3074" name="Picture 2" descr="BB 25 Sponsorship packet final">
            <a:extLst>
              <a:ext uri="{FF2B5EF4-FFF2-40B4-BE49-F238E27FC236}">
                <a16:creationId xmlns:a16="http://schemas.microsoft.com/office/drawing/2014/main" id="{20E1643B-60BD-49B4-9DD9-96B97E0D5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952" y="0"/>
            <a:ext cx="2289048" cy="107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dirty="0"/>
              <a:t>Quantify food insecurity across the DC–MD–VA region. </a:t>
            </a:r>
          </a:p>
          <a:p>
            <a:r>
              <a:rPr lang="en-US" dirty="0"/>
              <a:t>Evaluate operational effectiveness using measurable KPIs.</a:t>
            </a:r>
          </a:p>
          <a:p>
            <a:r>
              <a:rPr lang="en-US" dirty="0"/>
              <a:t>Identify demographic and geographic drivers of need.</a:t>
            </a:r>
          </a:p>
          <a:p>
            <a:r>
              <a:rPr lang="en-US" dirty="0"/>
              <a:t>Provide actionable insights for equity-driven resource allocation.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7F28BA-BFF6-B6FD-1CD5-C9C2B9993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operational effectiveness using measurable KPIs.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539496"/>
            <a:ext cx="5357449" cy="1162379"/>
          </a:xfrm>
        </p:spPr>
        <p:txBody>
          <a:bodyPr/>
          <a:lstStyle/>
          <a:p>
            <a:r>
              <a:rPr lang="en-US" dirty="0"/>
              <a:t>Dataset: Our Business Intelligence Layer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5A35A32-C33C-A367-928E-5EA1E4CB4AF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33272" y="1978875"/>
            <a:ext cx="936345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&amp; 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Area Food Bank – 2015 Hunger Estimates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Census-tract-level data for DC, Maryland, and Virginia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regional food insecurity and system coverage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operational metrics with demographic and socioeconomic drivers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non-analytical columns (IDs, shape, metadata)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streamlined dataset optimized for business intelligence—focused on performance, efficiency, and equity.</a:t>
            </a:r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090" y="448055"/>
            <a:ext cx="9923770" cy="896281"/>
          </a:xfrm>
        </p:spPr>
        <p:txBody>
          <a:bodyPr/>
          <a:lstStyle/>
          <a:p>
            <a:r>
              <a:rPr lang="en-US" dirty="0"/>
              <a:t>What is food insecurity and how prevalent is it?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724AF9-2D13-F2C6-BF0C-CC7F3F6775EA}"/>
              </a:ext>
            </a:extLst>
          </p:cNvPr>
          <p:cNvSpPr txBox="1"/>
          <p:nvPr/>
        </p:nvSpPr>
        <p:spPr>
          <a:xfrm>
            <a:off x="890014" y="1984416"/>
            <a:ext cx="103078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insecurity refers to the lack of consistent access to enough food for an active, healthy life.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 DC–MD–VA average rate: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≈10.7%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≈444,000 people (≈11%)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population.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in 10 residents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struggled with reliable food access.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Relevance: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insecurity impacts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productivity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costs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stability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it can support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social responsibility (CSR)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goals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resilience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initiatives.</a:t>
            </a: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Describe any correlation that relates services to census tracts by demographics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>
            <a:normAutofit/>
          </a:bodyPr>
          <a:lstStyle/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Correlations (2015):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Black population: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≈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+0.836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strongest predictor; highlights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 focus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Unemployment rate: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≈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+0.830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job loss closely tied to hunger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Poverty rate: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≈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+0.750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key socioeconomic driver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income: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≈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−0.745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lower income = higher insecurity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Homeownership: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≈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−0.631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stability reduces risk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Alignment Insight: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Coverage_Pct_2015 and PPIN_Distributed_2015 rise in stronger economies but drop where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poverty and unemployment are high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indicating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targeting gaps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improvement.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71F95-4E88-5BAB-6CC7-0092EB22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9FF8-1F7F-1B72-4829-856FDF31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886406"/>
            <a:ext cx="9150675" cy="1427585"/>
          </a:xfrm>
        </p:spPr>
        <p:txBody>
          <a:bodyPr/>
          <a:lstStyle/>
          <a:p>
            <a:r>
              <a:rPr lang="en-US" dirty="0"/>
              <a:t>Is there insight to be gained by tracking food poundage?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92E63-ECEE-704E-B309-01454DD7D01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2108722"/>
            <a:ext cx="11205144" cy="411946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D3DEF-C2C3-5188-1FB5-2444F66493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7313B03-9927-6226-D4ED-7E351C163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19" y="2311766"/>
            <a:ext cx="9704201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Metric: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Tracking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poundage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transforms community need into measurable operational KPIs.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Gap: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59,288,756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lbs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unmet need in 2015 — defining the region’s supply shortfall.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 KPI (Coverage):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36.47%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need met — only about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one-third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demand fulfilled.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 Metric (PPIN):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Pounds per Insecure Person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income quartile shows whether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low-income tracts (Q1)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 proportionally more support; disparities flag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inequities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distribution.</a:t>
            </a:r>
          </a:p>
        </p:txBody>
      </p:sp>
    </p:spTree>
    <p:extLst>
      <p:ext uri="{BB962C8B-B14F-4D97-AF65-F5344CB8AC3E}">
        <p14:creationId xmlns:p14="http://schemas.microsoft.com/office/powerpoint/2010/main" val="851748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E3FE6-D343-19A7-599F-0F24092C8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CAFB_Dashboard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45DBF-F7F7-D3E5-D87E-705C194EB4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D78FC9E-6E07-5ACD-DDC4-679400B4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3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F3A9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Show keyboard shortcuts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F3A9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Show screen reader tips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F3A9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Skip to main content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47DF83E-553D-FC9C-0FE8-EB3F98265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F634DC2-EAB5-B4B7-A4B4-C379CC872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Filters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3" name="Content Placeholder 12" title="Microsoft Power BI">
                <a:extLst>
                  <a:ext uri="{FF2B5EF4-FFF2-40B4-BE49-F238E27FC236}">
                    <a16:creationId xmlns:a16="http://schemas.microsoft.com/office/drawing/2014/main" id="{6D40954D-66F2-3C30-FEE0-79E64E51CC6C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  <p:extLst>
                  <p:ext uri="{D42A27DB-BD31-4B8C-83A1-F6EECF244321}">
                    <p14:modId xmlns:p14="http://schemas.microsoft.com/office/powerpoint/2010/main" val="3462391923"/>
                  </p:ext>
                </p:extLst>
              </p:nvPr>
            </p:nvGraphicFramePr>
            <p:xfrm>
              <a:off x="658368" y="457200"/>
              <a:ext cx="11121496" cy="640348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13" name="Content Placeholder 12" title="Microsoft Power BI">
                <a:extLst>
                  <a:ext uri="{FF2B5EF4-FFF2-40B4-BE49-F238E27FC236}">
                    <a16:creationId xmlns:a16="http://schemas.microsoft.com/office/drawing/2014/main" id="{6D40954D-66F2-3C30-FEE0-79E64E51CC6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368" y="457200"/>
                <a:ext cx="11121496" cy="64034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177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3C4E-D950-FC8B-6A67-B8CA83A23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662" y="438351"/>
            <a:ext cx="9150675" cy="1427585"/>
          </a:xfrm>
        </p:spPr>
        <p:txBody>
          <a:bodyPr/>
          <a:lstStyle/>
          <a:p>
            <a:r>
              <a:rPr lang="en-US" dirty="0"/>
              <a:t>System Effectiveness and Regional Gaps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B991726-B439-E12E-4347-9EFDDA5B0330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388953980"/>
              </p:ext>
            </p:extLst>
          </p:nvPr>
        </p:nvGraphicFramePr>
        <p:xfrm>
          <a:off x="1381119" y="2108200"/>
          <a:ext cx="9472809" cy="400913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643985">
                  <a:extLst>
                    <a:ext uri="{9D8B030D-6E8A-4147-A177-3AD203B41FA5}">
                      <a16:colId xmlns:a16="http://schemas.microsoft.com/office/drawing/2014/main" val="1831642492"/>
                    </a:ext>
                  </a:extLst>
                </a:gridCol>
                <a:gridCol w="4828824">
                  <a:extLst>
                    <a:ext uri="{9D8B030D-6E8A-4147-A177-3AD203B41FA5}">
                      <a16:colId xmlns:a16="http://schemas.microsoft.com/office/drawing/2014/main" val="1170472836"/>
                    </a:ext>
                  </a:extLst>
                </a:gridCol>
              </a:tblGrid>
              <a:tr h="200456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Finding 1</a:t>
                      </a:r>
                      <a:br>
                        <a:rPr lang="en-US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Effectiveness KPI (Coverage Rate) :</a:t>
                      </a:r>
                      <a:br>
                        <a:rPr lang="en-US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Only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33–36%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of total food need was met across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DC–MD–VA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in 2015. This is the core KPI for measuring system performance and capacity to scale.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Finding 2 </a:t>
                      </a:r>
                      <a:br>
                        <a:rPr lang="en-US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Operational Gap Size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Over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59 million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lbs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of food unmet in 2015 he region’s supply shortfall guiding logistics, fundraising, and policy priorities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7496"/>
                  </a:ext>
                </a:extLst>
              </a:tr>
              <a:tr h="2004568">
                <a:tc>
                  <a:txBody>
                    <a:bodyPr/>
                    <a:lstStyle/>
                    <a:p>
                      <a:r>
                        <a:rPr lang="en-US" b="1" dirty="0"/>
                        <a:t>Finding 3 </a:t>
                      </a:r>
                      <a:br>
                        <a:rPr lang="en-US" b="1" dirty="0"/>
                      </a:br>
                      <a:r>
                        <a:rPr lang="en-US" b="1" dirty="0"/>
                        <a:t>Regional Food Insecurity</a:t>
                      </a:r>
                      <a:r>
                        <a:rPr lang="en-US" dirty="0"/>
                        <a:t> </a:t>
                      </a:r>
                      <a:br>
                        <a:rPr lang="en-US" dirty="0"/>
                      </a:br>
                      <a:r>
                        <a:rPr lang="en-US" dirty="0"/>
                        <a:t>About </a:t>
                      </a:r>
                      <a:r>
                        <a:rPr lang="en-US" b="1" dirty="0"/>
                        <a:t>10.87%</a:t>
                      </a:r>
                      <a:r>
                        <a:rPr lang="en-US" dirty="0"/>
                        <a:t> of residents (</a:t>
                      </a:r>
                      <a:r>
                        <a:rPr lang="en-US" b="1" dirty="0"/>
                        <a:t>≈444K people</a:t>
                      </a:r>
                      <a:r>
                        <a:rPr lang="en-US" dirty="0"/>
                        <a:t>) were food-insecure — a </a:t>
                      </a:r>
                      <a:r>
                        <a:rPr lang="en-US" b="1" dirty="0"/>
                        <a:t>structural, region-wide issue</a:t>
                      </a:r>
                      <a:r>
                        <a:rPr lang="en-US" dirty="0"/>
                        <a:t> requiring coordinated action.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Finding 4 </a:t>
                      </a:r>
                    </a:p>
                    <a:p>
                      <a:r>
                        <a:rPr lang="en-US" b="1" dirty="0"/>
                        <a:t>Chronic Prevalence (Avg. FI Rate)</a:t>
                      </a:r>
                      <a:r>
                        <a:rPr lang="en-US" dirty="0"/>
                        <a:t> </a:t>
                      </a:r>
                      <a:br>
                        <a:rPr lang="en-US" dirty="0"/>
                      </a:br>
                      <a:r>
                        <a:rPr lang="en-US" dirty="0"/>
                        <a:t>Average tract-level rate </a:t>
                      </a:r>
                      <a:r>
                        <a:rPr lang="en-US" b="1" dirty="0"/>
                        <a:t>≈10.68%</a:t>
                      </a:r>
                      <a:r>
                        <a:rPr lang="en-US" dirty="0"/>
                        <a:t> shows </a:t>
                      </a:r>
                      <a:r>
                        <a:rPr lang="en-US" b="1" dirty="0"/>
                        <a:t>persistent need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uneven coverage</a:t>
                      </a:r>
                      <a:r>
                        <a:rPr lang="en-US" dirty="0"/>
                        <a:t>: DC 48%, MD 29%, VA 32%.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30606-3B56-D253-9012-8BD4DFDDA8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95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DA539-1DD3-2DDE-9F51-273FF69E3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9193-24CB-D3F4-CF6A-107ECD875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662" y="438351"/>
            <a:ext cx="9150675" cy="1427585"/>
          </a:xfrm>
        </p:spPr>
        <p:txBody>
          <a:bodyPr/>
          <a:lstStyle/>
          <a:p>
            <a:r>
              <a:rPr lang="en-US" dirty="0"/>
              <a:t>Predictive Drivers of Food Insecurity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53267C8-9AE5-C9DC-BEBA-D7C4D0C9382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030742688"/>
              </p:ext>
            </p:extLst>
          </p:nvPr>
        </p:nvGraphicFramePr>
        <p:xfrm>
          <a:off x="1381119" y="2108200"/>
          <a:ext cx="9472809" cy="401624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643985">
                  <a:extLst>
                    <a:ext uri="{9D8B030D-6E8A-4147-A177-3AD203B41FA5}">
                      <a16:colId xmlns:a16="http://schemas.microsoft.com/office/drawing/2014/main" val="1831642492"/>
                    </a:ext>
                  </a:extLst>
                </a:gridCol>
                <a:gridCol w="4828824">
                  <a:extLst>
                    <a:ext uri="{9D8B030D-6E8A-4147-A177-3AD203B41FA5}">
                      <a16:colId xmlns:a16="http://schemas.microsoft.com/office/drawing/2014/main" val="1170472836"/>
                    </a:ext>
                  </a:extLst>
                </a:gridCol>
              </a:tblGrid>
              <a:tr h="200456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Finding 5</a:t>
                      </a:r>
                      <a:br>
                        <a:rPr lang="en-US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Poverty &amp; Income as Primary Drivers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Strong correlations Poverty (+0.75) and Income (−0.74) confirm financial hardship as the root cause of food insecurity. Targeting low-income tracts yields the greatest impact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Finding 6</a:t>
                      </a:r>
                      <a:br>
                        <a:rPr lang="en-US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Unemployment Drives Need </a:t>
                      </a:r>
                      <a:br>
                        <a:rPr lang="en-US" dirty="0"/>
                      </a:b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Correlation (+0.83) shows job loss is a key trigger for hunger. Integrating food aid with employment programs can reduce repeat need..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7496"/>
                  </a:ext>
                </a:extLst>
              </a:tr>
              <a:tr h="2004568">
                <a:tc>
                  <a:txBody>
                    <a:bodyPr/>
                    <a:lstStyle/>
                    <a:p>
                      <a:r>
                        <a:rPr lang="en-US" b="1" dirty="0"/>
                        <a:t>Finding 7</a:t>
                      </a:r>
                      <a:br>
                        <a:rPr lang="en-US" b="1" dirty="0"/>
                      </a:br>
                      <a:r>
                        <a:rPr lang="en-US" b="1" dirty="0"/>
                        <a:t>Severe Racial Disparity</a:t>
                      </a:r>
                      <a:r>
                        <a:rPr lang="en-US" dirty="0"/>
                        <a:t> </a:t>
                      </a:r>
                      <a:br>
                        <a:rPr lang="en-US" dirty="0"/>
                      </a:br>
                      <a:r>
                        <a:rPr lang="en-US" b="1" dirty="0"/>
                        <a:t>% Black population (+0.84)</a:t>
                      </a:r>
                      <a:r>
                        <a:rPr lang="en-US" dirty="0"/>
                        <a:t> is the </a:t>
                      </a:r>
                      <a:r>
                        <a:rPr lang="en-US" b="1" dirty="0"/>
                        <a:t>strongest predictor</a:t>
                      </a:r>
                      <a:r>
                        <a:rPr lang="en-US" dirty="0"/>
                        <a:t> of food insecurity. Calls for </a:t>
                      </a:r>
                      <a:r>
                        <a:rPr lang="en-US" b="1" dirty="0"/>
                        <a:t>equity-centered policies</a:t>
                      </a:r>
                      <a:r>
                        <a:rPr lang="en-US" dirty="0"/>
                        <a:t> and culturally competent outreach.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Finding 8 </a:t>
                      </a:r>
                    </a:p>
                    <a:p>
                      <a:r>
                        <a:rPr lang="en-US" b="1" dirty="0"/>
                        <a:t>Homeownership as Protective Factor</a:t>
                      </a:r>
                      <a:r>
                        <a:rPr lang="en-US" dirty="0"/>
                        <a:t> </a:t>
                      </a:r>
                      <a:br>
                        <a:rPr lang="en-US" dirty="0"/>
                      </a:br>
                      <a:r>
                        <a:rPr lang="en-US" dirty="0"/>
                        <a:t>Correlation </a:t>
                      </a:r>
                      <a:r>
                        <a:rPr lang="en-US" b="1" dirty="0"/>
                        <a:t>(−0.63)</a:t>
                      </a:r>
                      <a:r>
                        <a:rPr lang="en-US" dirty="0"/>
                        <a:t> shows </a:t>
                      </a:r>
                      <a:r>
                        <a:rPr lang="en-US" b="1" dirty="0"/>
                        <a:t>housing stability</a:t>
                      </a:r>
                      <a:r>
                        <a:rPr lang="en-US" dirty="0"/>
                        <a:t> buffers against hunger. Expanding </a:t>
                      </a:r>
                      <a:r>
                        <a:rPr lang="en-US" b="1" dirty="0"/>
                        <a:t>affordable homeownership</a:t>
                      </a:r>
                      <a:r>
                        <a:rPr lang="en-US" dirty="0"/>
                        <a:t> supports long-term food security.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98B21-CE31-8B0B-8946-7729C4CA3B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353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CA96-71C9-78F4-C534-4C17F18A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Equity in Food Distribution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C697E-8283-064E-91C4-D4763DFDB9F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Distribution Equity Assessment (PPIN):</a:t>
            </a:r>
            <a:endParaRPr lang="en-US" dirty="0"/>
          </a:p>
          <a:p>
            <a:r>
              <a:rPr lang="en-US" b="1" dirty="0"/>
              <a:t>PPIN (Pounds Per Insecure Person)</a:t>
            </a:r>
            <a:r>
              <a:rPr lang="en-US" dirty="0"/>
              <a:t> measures fairness of food distribution across income levels.</a:t>
            </a:r>
          </a:p>
          <a:p>
            <a:r>
              <a:rPr lang="en-US" dirty="0"/>
              <a:t>In an equitable system, </a:t>
            </a:r>
            <a:r>
              <a:rPr lang="en-US" b="1" dirty="0"/>
              <a:t>lowest-income tracts (Q1)</a:t>
            </a:r>
            <a:r>
              <a:rPr lang="en-US" dirty="0"/>
              <a:t> should receive </a:t>
            </a:r>
            <a:r>
              <a:rPr lang="en-US" b="1" dirty="0"/>
              <a:t>the most pounds per person</a:t>
            </a:r>
            <a:r>
              <a:rPr lang="en-US" dirty="0"/>
              <a:t>.</a:t>
            </a:r>
          </a:p>
          <a:p>
            <a:r>
              <a:rPr lang="en-US" dirty="0"/>
              <a:t>Current patterns show </a:t>
            </a:r>
            <a:r>
              <a:rPr lang="en-US" b="1" dirty="0"/>
              <a:t>lower PPIN in poorer areas</a:t>
            </a:r>
            <a:r>
              <a:rPr lang="en-US" dirty="0"/>
              <a:t>, revealing </a:t>
            </a:r>
            <a:r>
              <a:rPr lang="en-US" b="1" dirty="0"/>
              <a:t>gaps in equitable resource delivery</a:t>
            </a:r>
            <a:r>
              <a:rPr lang="en-US" dirty="0"/>
              <a:t>.</a:t>
            </a:r>
          </a:p>
          <a:p>
            <a:r>
              <a:rPr lang="en-US" dirty="0"/>
              <a:t>Tracking PPIN by income quartile helps align operations with </a:t>
            </a:r>
            <a:r>
              <a:rPr lang="en-US" b="1" dirty="0"/>
              <a:t>equity and impact goals</a:t>
            </a:r>
            <a:r>
              <a:rPr lang="en-US" dirty="0"/>
              <a:t>, ensuring support reaches those most in need.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BD8B9-962B-5E7A-D13A-0BB48FD86A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064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ED54-80DF-0BC6-E43A-87F79CD5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8A11B-42F4-183C-560D-D8559EF52EC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2" y="1837944"/>
            <a:ext cx="10007279" cy="439024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2015 analysis reveals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59.3M-lb operational gap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36.47% coverage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signaling major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 and equity challenges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regional food network. Addressing this gap aligns with both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performance goals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Priorities: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Equity in Resource Allocation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investment toward tracts with highest need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Black r=+0.836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Unemployment r=+0.830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live equity KPI to ensure low-income areas receive proportionally greater support.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Gap into Measurable Targets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59M-lb deficit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core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fundraising and advocacy metric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driving capital investment and partner alignment.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Network Footprint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geospatial data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new distribution assets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demand and population density are highest, maximizing ROI on operations.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D581B-A37E-D5F3-2E57-4978589AD76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12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854" y="3163824"/>
            <a:ext cx="10953634" cy="132588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Thank you For your time 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9659E3CB-602F-4FEB-AE8D-A5929F140151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1675BFFA-4918-4E9F-8311-2DB37EE2D812&quot;"/>
    <we:property name="reportUrl" value="&quot;/groups/me/reports/d85d373e-63ab-409d-a26b-54513d3e9944/c2b7e0b7583f5b0681d1?experience=power-bi&quot;"/>
    <we:property name="reportName" value="&quot;CAFB_Dashboard_Siva&quot;"/>
    <we:property name="reportState" value="&quot;CONNECTED&quot;"/>
    <we:property name="embedUrl" value="&quot;/reportEmbed?reportId=d85d373e-63ab-409d-a26b-54513d3e9944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pageName" value="&quot;c2b7e0b7583f5b0681d1&quot;"/>
    <we:property name="pageDisplayName" value="&quot;Dashboard_1&quot;"/>
    <we:property name="datasetId" value="&quot;0a7eb681-5afc-4ca4-a012-9f6a0a2d1310&quot;"/>
    <we:property name="backgroundColor" value="&quot;#FFFFFF&quot;"/>
    <we:property name="bookmark" value="&quot;H4sIAAAAAAAAA+1ZbW/bNhD+K4a+tAOMTS+mJeZb7CSAgTTTkrRfhkA4kkeHrSwKFJXFC/zfR720WzIjHlqnlbt+1PF45PPcPdRRevCEqsoc1hewQu/Im2n9YQXmwyjwxl7R2TjlYYARoVOZTCinUk59N6pLq3RReUcPngWzRPtOVTXkTSBn/P1m7EGep7BsniTkFY69Ek2lC8jVn9g5uyFratyMPbwvc22gCXllwWIT9s65u2e3heDnyK0I3Ko7vEJuOysPWYw+i0kSScL8aRKIZttV59DubKtLE7pdfq4LC6pwyzQ2gDgGEdGAUC5ZJIEHfmOXKre9C1uf3pfGoXOY12VDzrG4g4Kj8FoIBqtuxw/eG4SqNi2O00cDV7o2HC9RtkOFVXbdYMkRiuy2LpZoMqysWjkSqgzvLRYCxeh1+JO3cTylRjsW2yknqrJGsboBO3LG0RxKZWH0OmfVLx3V3Zxb/cfcoIsnvCN/c+MslSqWeZ+Dv+m47iBxMA0czd47IhvYboI2As1s3SI/UeZjCsLxE3CDQe1gunmJzwklE4I4QR5S6So4+vyUHi+XBpdg+8fHAOc6r1db7HsDPtdOD05OWcptFvoBaR3O6qLPRfCVUz14NroS8AWiiH0hEw7TSSR44tNDLYGzgGRniyz9NX2C1v9f5f45GnrdEx76UgaS+gAR8YOEt6s+S4h1azJ9/5iTJhoNk8gnsR9DwsIEpmEs2c4SmjsYS20Udys9raIXZ6h9hWbnwDDf8gYYD73Od4l7S7kPHlNftJfH16ffCZrzWfb24s33gOZaW8izVJf7OFbbzc5vwdjDPF3/g/g2Nx+bcTfv/T/a7f7Q6yB+5VPupj+rZSQiFjEU0ucUJZns7vgO+6x++Z671cfobbFCO0p1XYjKebnK+LzrRV5XLhUoZmC+SCbfFveANUAgJIJMAp/wBKmIJcFk2BpYFFyvMPutduWgcjzEniVNFxfZp8spin1d0dgXquQgWBmImP5dhp2gIhaEgEkQCcrpJIxJMJ38ENSLt5iT7GRxdX25mO3jS8e+3joDJmXgKqLu6owJThlSFgCJ6JTCsFX0fGu2s+aqXHE0jwrNW6FZti2LAAst0LJbT2E3rkU7jC0PD965ctx0sd9BXjdhX82gUvxV04P0nzu2Jr11r75dFyII8CRBpBEXIBlP4mDgX012H5o/Ur5D5W3mt2HXta1K4JhCgVs4cNihWWkHD+1/pE8sbDZ/AdqrIgC/GgAA&quot;"/>
    <we:property name="initialStateBookmark" value="&quot;H4sIAAAAAAAAA+1Z227bOBD9FUMvbQFjVxfTkvJmOwlgNBc1SfuyCIQhOXLYyqJAUdm4gf+9FKV2N1kjXrROK7d91HDI4TkzhxpK9w4XVZnD6gyW6Bw4Uyk/LEF9GHjO0Ck62/n569PJxev0bHJ6ZMyy1EIWlXNw72hQC9TvRFVD3qxgjH9dDx3I8wQWzVMGeYVDp0RVyQJy8RFbZzOkVY3roYN3ZS4VNEteatDYLHtr3M2zie39EZiIwLS4xUtkurUyn4bo0pBEQUaoO4483uy3ah3szja6NEvb8DNZaBCFCdPYAMIQeBB7JGYZDTJgntvYM5HrzoWuju5KZdAZzKuyYWXCb6FgyB0LQWHV7vjeOUWoamVxHD0YuJS1YniBmR0qtNCrBkuOUKQ3dbFAlWKlxdKQUKV4p7HgyAcv/VfO2vCUKGlYtFMORaWVoHUDdmCMgxmUQsPgZU6rP1uq2zk38u+ZQrMedw7c9bWxVKJY5F0O/qHjqoXEQDVwJH1viGxgmwlScVTTlUV+KNTnFPjDR+B6g9rANPMil5GYjAjiCJkfZ+MsCr4+pZPFQuECdPf4EOBM5vVyg31nwGfS6MHIKU2YTn3XI9bhuC66XHjfOdW9Z6MtAZcj8tDlWcRgPAo4i9x4X0vg2CPp8TxNzpNHaN1fKvdP0dDpnjDfzTIvi12AgLhexGzUJwnRJiaVdw85aVaL/ShwSeiGEFE/grEfZnRrCc0MjIVUgplIj6vo2Rmyr9D0BCjmG94Aw77X+TZxbyj33mPqivZicnX0k6A5maZvz05/BjRXUkOeJrLcxbFqNzu7AaX383T9H+JbX39uxs289/9qt7tDr4X4nU+56+6szgIe0IAiz1wWY0ZG2zu+/T6rn7/ntvoYvC2WqAeJrAteGS9TGV93vcjryqQC+RTUN8nkx+LusQYI+ISTkecSFmHMw4xg1G8NzAsml5i+qU05iBz3sWdJkvlZ+uVyinxXVzT6jSrZC1Z6Iqb/lmErqIB6PmDkBTxm8cgPiTce/RbUs7eYo/Rwfnl1MZ/u4kvHrt46PSal5yqKzdUZIxxTjKkHJIjHMfRbRU+3ZltrrsoFQ/Wg0JwlqoVtWThosEDLNp7AdlxyO4yWh3vnRBhu2rXfQV43y76YQiXYi6YH6T53bEy6da9+XBfCCbAoQowDxiGjLAq9nn812X5o/k75FpXbzG/CLmtdlcAwgQI3cGCwQxNpCw/2P5JjgxjaBc23Edf8XfrC2nr9CWh36tnoGgAA&quot;"/>
    <we:property name="isFiltersActionButtonVisible" value="true"/>
    <we:property name="isVisualContainerHeaderHidden" value="false"/>
    <we:property name="reportEmbeddedTime" value="&quot;2025-10-30T16:47:07.238Z&quot;"/>
    <we:property name="creatorTenantId" value="&quot;3c71cbab-b5ed-4f3b-ac0d-95509d6c0e93&quot;"/>
    <we:property name="creatorUserId" value="&quot;100320038F2E461A&quot;"/>
    <we:property name="creatorSessionId" value="&quot;827e1297-16eb-445e-83f3-4322e4e24691&quot;"/>
    <we:property name="design" value="{&quot;border&quot;:{&quot;isActive&quot;:true,&quot;color&quot;:&quot;#808080&quot;,&quot;width&quot;:1,&quot;transparency&quot;:0,&quot;dash&quot;:&quot;solid&quot;}}"/>
    <we:property name="artifactViewState" value="&quot;liv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{E6E8F0A4-D93D-40CB-9B4B-9AF2CED7413D}TF3977e381-cba5-49b1-ba43-b5d865517af907ebbda9_win32-372d4d6ae720</Template>
  <TotalTime>1072</TotalTime>
  <Words>975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Segoe UI</vt:lpstr>
      <vt:lpstr>Times New Roman</vt:lpstr>
      <vt:lpstr>Tisa Offc Serif Pro</vt:lpstr>
      <vt:lpstr>Univers Light</vt:lpstr>
      <vt:lpstr>Custom</vt:lpstr>
      <vt:lpstr>Measuring and Addressing Food Insecurity in the Capital Region</vt:lpstr>
      <vt:lpstr>Objectives</vt:lpstr>
      <vt:lpstr>Dataset: Our Business Intelligence Layer</vt:lpstr>
      <vt:lpstr>What is food insecurity and how prevalent is it?</vt:lpstr>
      <vt:lpstr>Describe any correlation that relates services to census tracts by demographics</vt:lpstr>
      <vt:lpstr>Is there insight to be gained by tracking food poundage?</vt:lpstr>
      <vt:lpstr>CAFB_Dashboard</vt:lpstr>
      <vt:lpstr>System Effectiveness and Regional Gaps</vt:lpstr>
      <vt:lpstr>Predictive Drivers of Food Insecurity</vt:lpstr>
      <vt:lpstr>Equity in Food Distribution </vt:lpstr>
      <vt:lpstr>Conclusion and Strategic Recommendations</vt:lpstr>
      <vt:lpstr>Thank you For your time 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ram vangavolu</dc:creator>
  <cp:lastModifiedBy>Vangavolu, Veera Venkata Sai Sivaram</cp:lastModifiedBy>
  <cp:revision>1</cp:revision>
  <dcterms:created xsi:type="dcterms:W3CDTF">2025-10-29T16:31:52Z</dcterms:created>
  <dcterms:modified xsi:type="dcterms:W3CDTF">2025-10-30T19:36:51Z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